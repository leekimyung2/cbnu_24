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88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01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60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28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6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72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3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5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7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621AA-84D4-4DC7-9184-B65F7773901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0E865-EC67-4CC8-A375-39E36CB98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63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112" y="849086"/>
            <a:ext cx="2429214" cy="14480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64" y="849086"/>
            <a:ext cx="7552369" cy="4110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1262" y="148442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실습 </a:t>
            </a:r>
            <a:r>
              <a:rPr lang="en-US" altLang="ko-KR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2731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85" y="997160"/>
            <a:ext cx="9782380" cy="55758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262" y="148442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실습 </a:t>
            </a:r>
            <a:r>
              <a:rPr lang="en-US" altLang="ko-KR" dirty="0" smtClean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987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</cp:revision>
  <dcterms:created xsi:type="dcterms:W3CDTF">2025-05-07T12:03:01Z</dcterms:created>
  <dcterms:modified xsi:type="dcterms:W3CDTF">2025-05-07T12:03:41Z</dcterms:modified>
</cp:coreProperties>
</file>