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300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02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16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1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78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632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87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3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38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15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77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44514-3221-4D10-B229-91A05CDE71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50301-CA37-4E60-88EF-69D8F63C3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68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강화학습실제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2024254016 </a:t>
            </a:r>
            <a:r>
              <a:rPr lang="ko-KR" altLang="en-US" dirty="0" smtClean="0"/>
              <a:t>이기명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4944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Hyperparameter</a:t>
            </a:r>
            <a:endParaRPr lang="ko-KR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293408"/>
            <a:ext cx="3404347" cy="161582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.gamma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0.98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.lr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0.0005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.buffer_size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10000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.batch_size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32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.action_size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3 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# 0: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왼쪽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, 1: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정지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, 2: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오른쪽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/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# Epsilon-greedy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설정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.epsilon_start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0.2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.epsilon_end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0.05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.epsilon_decay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b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.epsilon = 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Arial Unicode MS" panose="020B0604020202020204" pitchFamily="50" charset="-127"/>
                <a:ea typeface="JetBrains Mono"/>
              </a:rPr>
              <a:t>self</a:t>
            </a: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.epsilon_start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11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Epsilon 0.17</a:t>
            </a:r>
            <a:r>
              <a:rPr lang="ko-KR" altLang="en-US" dirty="0" err="1" smtClean="0"/>
              <a:t>일때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Episode 0, Total Reward: 183.02, Epsilon: 0.170</a:t>
            </a:r>
          </a:p>
          <a:p>
            <a:r>
              <a:rPr lang="en-US" altLang="ko-KR" dirty="0"/>
              <a:t>Episode 10, Total Reward: 414.44, Epsilon: 0.170</a:t>
            </a:r>
          </a:p>
          <a:p>
            <a:r>
              <a:rPr lang="en-US" altLang="ko-KR" dirty="0"/>
              <a:t>Episode 20, Total Reward: 446.68, Epsilon: 0.170</a:t>
            </a:r>
          </a:p>
          <a:p>
            <a:r>
              <a:rPr lang="en-US" altLang="ko-KR" dirty="0"/>
              <a:t>Episode 30, Total Reward: 293.87, Epsilon: 0.170</a:t>
            </a:r>
          </a:p>
          <a:p>
            <a:r>
              <a:rPr lang="en-US" altLang="ko-KR" dirty="0"/>
              <a:t>Episode 40, Total Reward: 410.03, Epsilon: 0.170</a:t>
            </a:r>
          </a:p>
          <a:p>
            <a:r>
              <a:rPr lang="en-US" altLang="ko-KR" dirty="0"/>
              <a:t>Episode 50, Total Reward: 580.40, Epsilon: 0.170</a:t>
            </a:r>
          </a:p>
          <a:p>
            <a:r>
              <a:rPr lang="en-US" altLang="ko-KR" dirty="0"/>
              <a:t>Episode 60, Total Reward: 491.41, Epsilon: 0.170</a:t>
            </a:r>
          </a:p>
          <a:p>
            <a:r>
              <a:rPr lang="en-US" altLang="ko-KR" dirty="0"/>
              <a:t>Episode 70, Total Reward: 566.46, Epsilon: 0.170</a:t>
            </a:r>
          </a:p>
          <a:p>
            <a:r>
              <a:rPr lang="en-US" altLang="ko-KR" dirty="0"/>
              <a:t>Episode 80, Total Reward: 585.51, Epsilon: 0.170</a:t>
            </a:r>
          </a:p>
          <a:p>
            <a:r>
              <a:rPr lang="en-US" altLang="ko-KR" dirty="0"/>
              <a:t>Episode 90, Total Reward: 554.69, Epsilon: 0.170</a:t>
            </a:r>
          </a:p>
          <a:p>
            <a:r>
              <a:rPr lang="ko-KR" altLang="en-US" dirty="0"/>
              <a:t>목표 도달 횟수</a:t>
            </a:r>
            <a:r>
              <a:rPr lang="en-US" altLang="ko-KR" dirty="0"/>
              <a:t>: 52 / 100</a:t>
            </a:r>
          </a:p>
          <a:p>
            <a:r>
              <a:rPr lang="en-US" altLang="ko-KR" dirty="0"/>
              <a:t>Total Reward: -114.0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776" y="1956546"/>
            <a:ext cx="3637024" cy="272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5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Epsilon 0.3</a:t>
            </a:r>
            <a:r>
              <a:rPr lang="ko-KR" altLang="en-US" dirty="0" err="1" smtClean="0"/>
              <a:t>일때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Episode 0, Total Reward: 180.87, Epsilon: 0.300</a:t>
            </a:r>
          </a:p>
          <a:p>
            <a:r>
              <a:rPr lang="en-US" altLang="ko-KR" dirty="0"/>
              <a:t>Episode 10, Total Reward: 208.97, Epsilon: 0.300</a:t>
            </a:r>
          </a:p>
          <a:p>
            <a:r>
              <a:rPr lang="en-US" altLang="ko-KR" dirty="0"/>
              <a:t>Episode 20, Total Reward: 517.03, Epsilon: 0.300</a:t>
            </a:r>
          </a:p>
          <a:p>
            <a:r>
              <a:rPr lang="en-US" altLang="ko-KR" dirty="0"/>
              <a:t>Episode 30, Total Reward: 595.99, Epsilon: 0.300</a:t>
            </a:r>
          </a:p>
          <a:p>
            <a:r>
              <a:rPr lang="en-US" altLang="ko-KR" dirty="0"/>
              <a:t>Episode 40, Total Reward: 358.49, Epsilon: 0.300</a:t>
            </a:r>
          </a:p>
          <a:p>
            <a:r>
              <a:rPr lang="en-US" altLang="ko-KR" dirty="0"/>
              <a:t>Episode 50, Total Reward: 432.74, Epsilon: 0.300</a:t>
            </a:r>
          </a:p>
          <a:p>
            <a:r>
              <a:rPr lang="en-US" altLang="ko-KR" dirty="0"/>
              <a:t>Episode 60, Total Reward: 387.60, Epsilon: 0.300</a:t>
            </a:r>
          </a:p>
          <a:p>
            <a:r>
              <a:rPr lang="en-US" altLang="ko-KR" dirty="0"/>
              <a:t>Episode 70, Total Reward: 541.21, Epsilon: 0.300</a:t>
            </a:r>
          </a:p>
          <a:p>
            <a:r>
              <a:rPr lang="en-US" altLang="ko-KR" dirty="0"/>
              <a:t>Episode 80, Total Reward: 211.87, Epsilon: 0.300</a:t>
            </a:r>
          </a:p>
          <a:p>
            <a:r>
              <a:rPr lang="en-US" altLang="ko-KR" dirty="0"/>
              <a:t>Episode 90, Total Reward: 441.96, Epsilon: 0.300</a:t>
            </a:r>
          </a:p>
          <a:p>
            <a:r>
              <a:rPr lang="ko-KR" altLang="en-US" dirty="0"/>
              <a:t>목표 도달 횟수</a:t>
            </a:r>
            <a:r>
              <a:rPr lang="en-US" altLang="ko-KR" dirty="0"/>
              <a:t>: 39 / 100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036" y="2245658"/>
            <a:ext cx="3204200" cy="242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2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Epsilon 0.1</a:t>
            </a:r>
            <a:r>
              <a:rPr lang="ko-KR" altLang="en-US" dirty="0" err="1" smtClean="0"/>
              <a:t>일때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Episode 0, Total Reward: 181.28, Epsilon: 0.100</a:t>
            </a:r>
          </a:p>
          <a:p>
            <a:r>
              <a:rPr lang="en-US" altLang="ko-KR" dirty="0"/>
              <a:t>Episode 10, Total Reward: 61.30, Epsilon: 0.100</a:t>
            </a:r>
          </a:p>
          <a:p>
            <a:r>
              <a:rPr lang="en-US" altLang="ko-KR" dirty="0"/>
              <a:t>Episode 20, Total Reward: 292.64, Epsilon: 0.100</a:t>
            </a:r>
          </a:p>
          <a:p>
            <a:r>
              <a:rPr lang="en-US" altLang="ko-KR" dirty="0"/>
              <a:t>Episode 30, Total Reward: 515.87, Epsilon: 0.100</a:t>
            </a:r>
          </a:p>
          <a:p>
            <a:r>
              <a:rPr lang="en-US" altLang="ko-KR" dirty="0"/>
              <a:t>Episode 40, Total Reward: 675.18, Epsilon: 0.100</a:t>
            </a:r>
          </a:p>
          <a:p>
            <a:r>
              <a:rPr lang="en-US" altLang="ko-KR" dirty="0"/>
              <a:t>Episode 50, Total Reward: 606.90, Epsilon: 0.100</a:t>
            </a:r>
          </a:p>
          <a:p>
            <a:r>
              <a:rPr lang="en-US" altLang="ko-KR" dirty="0"/>
              <a:t>Episode 60, Total Reward: 382.42, Epsilon: 0.100</a:t>
            </a:r>
          </a:p>
          <a:p>
            <a:r>
              <a:rPr lang="en-US" altLang="ko-KR" dirty="0"/>
              <a:t>Episode 70, Total Reward: 609.80, Epsilon: 0.100</a:t>
            </a:r>
          </a:p>
          <a:p>
            <a:r>
              <a:rPr lang="en-US" altLang="ko-KR" dirty="0"/>
              <a:t>Episode 80, Total Reward: 542.85, Epsilon: 0.100</a:t>
            </a:r>
          </a:p>
          <a:p>
            <a:r>
              <a:rPr lang="en-US" altLang="ko-KR" dirty="0"/>
              <a:t>Episode 90, Total Reward: 573.20, Epsilon: 0.100</a:t>
            </a:r>
          </a:p>
          <a:p>
            <a:r>
              <a:rPr lang="ko-KR" altLang="en-US" dirty="0"/>
              <a:t>목표 도달 횟수</a:t>
            </a:r>
            <a:r>
              <a:rPr lang="en-US" altLang="ko-KR" dirty="0"/>
              <a:t>: 57 / 100</a:t>
            </a:r>
          </a:p>
          <a:p>
            <a:r>
              <a:rPr lang="en-US" altLang="ko-KR" dirty="0"/>
              <a:t>Total Reward: -111.0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819" y="2252382"/>
            <a:ext cx="3252054" cy="244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4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Epsilon 0.13</a:t>
            </a:r>
            <a:r>
              <a:rPr lang="ko-KR" altLang="en-US" dirty="0" err="1" smtClean="0"/>
              <a:t>일때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Episode 0, Total Reward: 93.93, Epsilon: 0.130</a:t>
            </a:r>
          </a:p>
          <a:p>
            <a:r>
              <a:rPr lang="en-US" altLang="ko-KR" dirty="0"/>
              <a:t>Episode 10, Total Reward: 252.77, Epsilon: 0.130</a:t>
            </a:r>
          </a:p>
          <a:p>
            <a:r>
              <a:rPr lang="en-US" altLang="ko-KR" dirty="0"/>
              <a:t>Episode 20, Total Reward: 455.84, Epsilon: 0.130</a:t>
            </a:r>
          </a:p>
          <a:p>
            <a:r>
              <a:rPr lang="en-US" altLang="ko-KR" dirty="0"/>
              <a:t>Episode 30, Total Reward: 507.94, Epsilon: 0.130</a:t>
            </a:r>
          </a:p>
          <a:p>
            <a:r>
              <a:rPr lang="en-US" altLang="ko-KR" dirty="0"/>
              <a:t>Episode 40, Total Reward: 370.41, Epsilon: 0.130</a:t>
            </a:r>
          </a:p>
          <a:p>
            <a:r>
              <a:rPr lang="en-US" altLang="ko-KR" dirty="0"/>
              <a:t>Episode 50, Total Reward: 726.55, Epsilon: 0.130</a:t>
            </a:r>
          </a:p>
          <a:p>
            <a:r>
              <a:rPr lang="en-US" altLang="ko-KR" dirty="0"/>
              <a:t>Episode 60, Total Reward: 488.85, Epsilon: 0.130</a:t>
            </a:r>
          </a:p>
          <a:p>
            <a:r>
              <a:rPr lang="en-US" altLang="ko-KR" dirty="0"/>
              <a:t>Episode 70, Total Reward: 612.63, Epsilon: 0.130</a:t>
            </a:r>
          </a:p>
          <a:p>
            <a:r>
              <a:rPr lang="en-US" altLang="ko-KR" dirty="0"/>
              <a:t>Episode 80, Total Reward: 644.97, Epsilon: 0.130</a:t>
            </a:r>
          </a:p>
          <a:p>
            <a:r>
              <a:rPr lang="en-US" altLang="ko-KR" dirty="0"/>
              <a:t>Episode 90, Total Reward: 676.98, Epsilon: 0.130</a:t>
            </a:r>
          </a:p>
          <a:p>
            <a:r>
              <a:rPr lang="ko-KR" altLang="en-US" dirty="0"/>
              <a:t>목표 도달 횟수</a:t>
            </a:r>
            <a:r>
              <a:rPr lang="en-US" altLang="ko-KR" dirty="0"/>
              <a:t>: 57 / 100</a:t>
            </a:r>
          </a:p>
          <a:p>
            <a:r>
              <a:rPr lang="en-US" altLang="ko-KR" dirty="0"/>
              <a:t>Total Reward: -152.0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404" y="2420471"/>
            <a:ext cx="3466396" cy="259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2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Epsilon 0.2</a:t>
            </a:r>
            <a:r>
              <a:rPr lang="ko-KR" altLang="en-US" dirty="0" err="1" smtClean="0"/>
              <a:t>일때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 smtClean="0"/>
              <a:t>Episode </a:t>
            </a:r>
            <a:r>
              <a:rPr lang="en-US" altLang="ko-KR" dirty="0"/>
              <a:t>0, Total Reward: 143.87, Epsilon: 0.200</a:t>
            </a:r>
          </a:p>
          <a:p>
            <a:r>
              <a:rPr lang="en-US" altLang="ko-KR" dirty="0"/>
              <a:t>Episode 10, Total Reward: 341.90, Epsilon: 0.200</a:t>
            </a:r>
          </a:p>
          <a:p>
            <a:r>
              <a:rPr lang="en-US" altLang="ko-KR" dirty="0"/>
              <a:t>Episode 20, Total Reward: 478.68, Epsilon: 0.200</a:t>
            </a:r>
          </a:p>
          <a:p>
            <a:r>
              <a:rPr lang="en-US" altLang="ko-KR" dirty="0"/>
              <a:t>Episode 30, Total Reward: 608.24, Epsilon: 0.200</a:t>
            </a:r>
          </a:p>
          <a:p>
            <a:r>
              <a:rPr lang="en-US" altLang="ko-KR" dirty="0"/>
              <a:t>Episode 40, Total Reward: 489.88, Epsilon: 0.200</a:t>
            </a:r>
          </a:p>
          <a:p>
            <a:r>
              <a:rPr lang="en-US" altLang="ko-KR" dirty="0"/>
              <a:t>Episode 50, Total Reward: 606.68, Epsilon: 0.200</a:t>
            </a:r>
          </a:p>
          <a:p>
            <a:r>
              <a:rPr lang="en-US" altLang="ko-KR" dirty="0"/>
              <a:t>Episode 60, Total Reward: 560.79, Epsilon: 0.200</a:t>
            </a:r>
          </a:p>
          <a:p>
            <a:r>
              <a:rPr lang="en-US" altLang="ko-KR" dirty="0"/>
              <a:t>Episode 70, Total Reward: 557.97, Epsilon: 0.200</a:t>
            </a:r>
          </a:p>
          <a:p>
            <a:r>
              <a:rPr lang="en-US" altLang="ko-KR" dirty="0"/>
              <a:t>Episode 80, Total Reward: 504.91, Epsilon: 0.200</a:t>
            </a:r>
          </a:p>
          <a:p>
            <a:r>
              <a:rPr lang="en-US" altLang="ko-KR" dirty="0"/>
              <a:t>Episode 90, Total Reward: 533.88, Epsilon: 0.200</a:t>
            </a:r>
          </a:p>
          <a:p>
            <a:r>
              <a:rPr lang="ko-KR" altLang="en-US" dirty="0"/>
              <a:t>목표 도달 횟수</a:t>
            </a:r>
            <a:r>
              <a:rPr lang="en-US" altLang="ko-KR" dirty="0"/>
              <a:t>: 61 / 100</a:t>
            </a:r>
          </a:p>
          <a:p>
            <a:r>
              <a:rPr lang="en-US" altLang="ko-KR" dirty="0"/>
              <a:t>Total Reward: -</a:t>
            </a:r>
            <a:r>
              <a:rPr lang="en-US" altLang="ko-KR" dirty="0" smtClean="0"/>
              <a:t>111.0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94" y="2131359"/>
            <a:ext cx="3732306" cy="279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1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결과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Episode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100</a:t>
            </a:r>
            <a:r>
              <a:rPr lang="ko-KR" altLang="en-US" dirty="0" smtClean="0"/>
              <a:t>일 때 </a:t>
            </a:r>
            <a:r>
              <a:rPr lang="en-US" altLang="ko-KR" dirty="0" smtClean="0"/>
              <a:t>epsilon 0.2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가장 학습능력이 좋았음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7376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652</Words>
  <Application>Microsoft Office PowerPoint</Application>
  <PresentationFormat>와이드스크린</PresentationFormat>
  <Paragraphs>70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Arial Unicode MS</vt:lpstr>
      <vt:lpstr>JetBrains Mono</vt:lpstr>
      <vt:lpstr>맑은 고딕</vt:lpstr>
      <vt:lpstr>Arial</vt:lpstr>
      <vt:lpstr>Courier New</vt:lpstr>
      <vt:lpstr>Office 테마</vt:lpstr>
      <vt:lpstr>강화학습실제</vt:lpstr>
      <vt:lpstr>1. Hyperparameter</vt:lpstr>
      <vt:lpstr>2. Epsilon 0.17일때</vt:lpstr>
      <vt:lpstr>2. Epsilon 0.3일때</vt:lpstr>
      <vt:lpstr>2. Epsilon 0.1일때</vt:lpstr>
      <vt:lpstr>2. Epsilon 0.13일때</vt:lpstr>
      <vt:lpstr>2. Epsilon 0.2일때</vt:lpstr>
      <vt:lpstr>결과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강화학습실제</dc:title>
  <dc:creator>Microsoft 계정</dc:creator>
  <cp:lastModifiedBy>Microsoft 계정</cp:lastModifiedBy>
  <cp:revision>3</cp:revision>
  <dcterms:created xsi:type="dcterms:W3CDTF">2025-05-13T13:44:52Z</dcterms:created>
  <dcterms:modified xsi:type="dcterms:W3CDTF">2025-05-13T14:09:19Z</dcterms:modified>
</cp:coreProperties>
</file>